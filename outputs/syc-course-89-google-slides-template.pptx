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ae711048994c28" /><Relationship Type="http://schemas.openxmlformats.org/officeDocument/2006/relationships/extended-properties" Target="/docProps/app.xml" Id="R49ec6368c8c54a88" /><Relationship Type="http://schemas.openxmlformats.org/officeDocument/2006/relationships/officeDocument" Target="/ppt/presentation.xml" Id="R9fddf91a55544f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35c1ee40f84327"/>
  </p:sldMasterIdLst>
  <p:notesMasterIdLst>
    <p:notesMasterId xmlns:r="http://schemas.openxmlformats.org/officeDocument/2006/relationships" r:id="R8c303da87bda4db7"/>
  </p:notesMasterIdLst>
  <p:sldIdLst>
    <p:sldId xmlns:r="http://schemas.openxmlformats.org/officeDocument/2006/relationships" id="256" r:id="R4088d2e9c3f7420a"/>
  </p:sldIdLst>
  <p:sldSz cx="8001000" cy="80105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6ee0073b944e8d" /><Relationship Type="http://schemas.openxmlformats.org/officeDocument/2006/relationships/slideMaster" Target="/ppt/slideMasters/slideMaster1.xml" Id="R3835c1ee40f84327" /><Relationship Type="http://schemas.openxmlformats.org/officeDocument/2006/relationships/notesMaster" Target="/ppt/notesMasters/notesMaster1.xml" Id="R8c303da87bda4db7" /><Relationship Type="http://schemas.openxmlformats.org/officeDocument/2006/relationships/presProps" Target="/ppt/presProps.xml" Id="Rf9d4fd5d4d08431a" /><Relationship Type="http://schemas.openxmlformats.org/officeDocument/2006/relationships/tableStyles" Target="/ppt/tableStyles.xml" Id="R19f40dfff74542a9" /><Relationship Type="http://schemas.openxmlformats.org/officeDocument/2006/relationships/slide" Target="/ppt/slides/slide1.xml" Id="R4088d2e9c3f742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ea4b07092c4d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e6aeffbd4b4c8f" /><Relationship Type="http://schemas.openxmlformats.org/officeDocument/2006/relationships/notesMaster" Target="/ppt/notesMasters/notesMaster1.xml" Id="R0b108977746f4d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984ecaff045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73f700124846b5" /><Relationship Type="http://schemas.openxmlformats.org/officeDocument/2006/relationships/slideLayout" Target="/ppt/slideLayouts/slideLayout1.xml" Id="Rf28f48eba12c44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8f48eba12c44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2490de85f4bbe" /><Relationship Type="http://schemas.openxmlformats.org/officeDocument/2006/relationships/notesSlide" Target="/ppt/notesSlides/notesSlide1.xml" Id="R0f1e6c22144642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ap 1 upwind">
            <a:extLst xmlns:a="http://schemas.openxmlformats.org/drawingml/2006/main">
              <a:ext uri="{FF2B5EF4-FFF2-40B4-BE49-F238E27FC236}">
                <a16:creationId xmlns:a16="http://schemas.microsoft.com/office/drawing/2014/main" id="{E0D44795-B029-4F0F-B0A2-1CE1D238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847725"/>
            <a:ext cx="95250" cy="6867525"/>
          </a:xfrm>
          <a:custGeom xmlns:a="http://schemas.openxmlformats.org/drawingml/2006/main">
            <a:pathLst>
              <a:path w="95250" h="6867525">
                <a:moveTo>
                  <a:pt x="0" y="6867525"/>
                </a:moveTo>
                <a:lnTo>
                  <a:pt x="19050" y="5724525"/>
                </a:lnTo>
                <a:lnTo>
                  <a:pt x="28575" y="4391025"/>
                </a:lnTo>
                <a:lnTo>
                  <a:pt x="47625" y="3057525"/>
                </a:lnTo>
                <a:lnTo>
                  <a:pt x="66675" y="1724025"/>
                </a:lnTo>
                <a:lnTo>
                  <a:pt x="85725" y="581025"/>
                </a:ln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00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Lap 1 top rounding">
            <a:extLst xmlns:a="http://schemas.openxmlformats.org/drawingml/2006/main">
              <a:ext uri="{FF2B5EF4-FFF2-40B4-BE49-F238E27FC236}">
                <a16:creationId xmlns:a16="http://schemas.microsoft.com/office/drawing/2014/main" id="{2D097ADA-C9D4-4C2F-ACCA-5D2BB25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"/>
            <a:ext cx="971550" cy="390525"/>
          </a:xfrm>
          <a:custGeom xmlns:a="http://schemas.openxmlformats.org/drawingml/2006/main">
            <a:pathLst>
              <a:path w="971550" h="390525">
                <a:moveTo>
                  <a:pt x="971550" y="361950"/>
                </a:moveTo>
                <a:lnTo>
                  <a:pt x="971550" y="228600"/>
                </a:lnTo>
                <a:lnTo>
                  <a:pt x="952500" y="104775"/>
                </a:lnTo>
                <a:lnTo>
                  <a:pt x="904875" y="28575"/>
                </a:lnTo>
                <a:lnTo>
                  <a:pt x="819150" y="0"/>
                </a:lnTo>
                <a:lnTo>
                  <a:pt x="685800" y="19050"/>
                </a:lnTo>
                <a:lnTo>
                  <a:pt x="514350" y="66675"/>
                </a:lnTo>
                <a:lnTo>
                  <a:pt x="333375" y="123825"/>
                </a:lnTo>
                <a:lnTo>
                  <a:pt x="161925" y="209550"/>
                </a:lnTo>
                <a:lnTo>
                  <a:pt x="38100" y="304800"/>
                </a:ln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00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Lap 1 downwind">
            <a:extLst xmlns:a="http://schemas.openxmlformats.org/drawingml/2006/main">
              <a:ext uri="{FF2B5EF4-FFF2-40B4-BE49-F238E27FC236}">
                <a16:creationId xmlns:a16="http://schemas.microsoft.com/office/drawing/2014/main" id="{369FD632-0D2D-4DED-895E-9C4A64AF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76300"/>
            <a:ext cx="304800" cy="5610225"/>
          </a:xfrm>
          <a:custGeom xmlns:a="http://schemas.openxmlformats.org/drawingml/2006/main">
            <a:pathLst>
              <a:path w="304800" h="5610225">
                <a:moveTo>
                  <a:pt x="0" y="0"/>
                </a:moveTo>
                <a:lnTo>
                  <a:pt x="9525" y="933450"/>
                </a:lnTo>
                <a:lnTo>
                  <a:pt x="38100" y="1981200"/>
                </a:lnTo>
                <a:lnTo>
                  <a:pt x="76200" y="3028950"/>
                </a:lnTo>
                <a:lnTo>
                  <a:pt x="133350" y="4076700"/>
                </a:lnTo>
                <a:lnTo>
                  <a:pt x="219075" y="5029200"/>
                </a:lnTo>
                <a:lnTo>
                  <a:pt x="304800" y="561022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00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Lap 1 gate rounding">
            <a:extLst xmlns:a="http://schemas.openxmlformats.org/drawingml/2006/main">
              <a:ext uri="{FF2B5EF4-FFF2-40B4-BE49-F238E27FC236}">
                <a16:creationId xmlns:a16="http://schemas.microsoft.com/office/drawing/2014/main" id="{331B1900-C024-45DF-8D1E-7DC8830A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561975" cy="314325"/>
          </a:xfrm>
          <a:custGeom xmlns:a="http://schemas.openxmlformats.org/drawingml/2006/main">
            <a:pathLst>
              <a:path w="561975" h="314325">
                <a:moveTo>
                  <a:pt x="561975" y="0"/>
                </a:moveTo>
                <a:lnTo>
                  <a:pt x="561975" y="133350"/>
                </a:lnTo>
                <a:lnTo>
                  <a:pt x="485775" y="238125"/>
                </a:lnTo>
                <a:lnTo>
                  <a:pt x="381000" y="295275"/>
                </a:lnTo>
                <a:lnTo>
                  <a:pt x="276225" y="314325"/>
                </a:lnTo>
                <a:lnTo>
                  <a:pt x="161925" y="304800"/>
                </a:lnTo>
                <a:lnTo>
                  <a:pt x="66675" y="257175"/>
                </a:lnTo>
                <a:lnTo>
                  <a:pt x="9525" y="1619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Finish course downwind">
            <a:extLst xmlns:a="http://schemas.openxmlformats.org/drawingml/2006/main">
              <a:ext uri="{FF2B5EF4-FFF2-40B4-BE49-F238E27FC236}">
                <a16:creationId xmlns:a16="http://schemas.microsoft.com/office/drawing/2014/main" id="{884274A8-4A14-43ED-B5A2-1D62BCED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09600"/>
            <a:ext cx="1000125" cy="7105650"/>
          </a:xfrm>
          <a:custGeom xmlns:a="http://schemas.openxmlformats.org/drawingml/2006/main">
            <a:pathLst>
              <a:path w="1000125" h="7105650">
                <a:moveTo>
                  <a:pt x="1000125" y="7105650"/>
                </a:moveTo>
                <a:lnTo>
                  <a:pt x="857250" y="6248400"/>
                </a:lnTo>
                <a:lnTo>
                  <a:pt x="704850" y="5295900"/>
                </a:lnTo>
                <a:lnTo>
                  <a:pt x="561975" y="4343400"/>
                </a:lnTo>
                <a:lnTo>
                  <a:pt x="419100" y="3390900"/>
                </a:lnTo>
                <a:lnTo>
                  <a:pt x="238125" y="2247900"/>
                </a:lnTo>
                <a:lnTo>
                  <a:pt x="114300" y="1390650"/>
                </a:lnTo>
                <a:lnTo>
                  <a:pt x="38100" y="5334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00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Finish course top rounding">
            <a:extLst xmlns:a="http://schemas.openxmlformats.org/drawingml/2006/main">
              <a:ext uri="{FF2B5EF4-FFF2-40B4-BE49-F238E27FC236}">
                <a16:creationId xmlns:a16="http://schemas.microsoft.com/office/drawing/2014/main" id="{0A735240-882A-439F-ABF7-56D50306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8125"/>
            <a:ext cx="809625" cy="371475"/>
          </a:xfrm>
          <a:custGeom xmlns:a="http://schemas.openxmlformats.org/drawingml/2006/main">
            <a:pathLst>
              <a:path w="809625" h="371475">
                <a:moveTo>
                  <a:pt x="0" y="371475"/>
                </a:moveTo>
                <a:lnTo>
                  <a:pt x="0" y="228600"/>
                </a:lnTo>
                <a:lnTo>
                  <a:pt x="38100" y="104775"/>
                </a:lnTo>
                <a:lnTo>
                  <a:pt x="133350" y="28575"/>
                </a:lnTo>
                <a:lnTo>
                  <a:pt x="257175" y="0"/>
                </a:lnTo>
                <a:lnTo>
                  <a:pt x="381000" y="0"/>
                </a:lnTo>
                <a:lnTo>
                  <a:pt x="504825" y="28575"/>
                </a:lnTo>
                <a:lnTo>
                  <a:pt x="619125" y="95250"/>
                </a:lnTo>
                <a:lnTo>
                  <a:pt x="742950" y="200025"/>
                </a:lnTo>
                <a:lnTo>
                  <a:pt x="80962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00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Finish course upwind">
            <a:extLst xmlns:a="http://schemas.openxmlformats.org/drawingml/2006/main">
              <a:ext uri="{FF2B5EF4-FFF2-40B4-BE49-F238E27FC236}">
                <a16:creationId xmlns:a16="http://schemas.microsoft.com/office/drawing/2014/main" id="{865BC514-6226-4C75-AFEE-3B0888D8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09600"/>
            <a:ext cx="0" cy="442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00000"/>
            </a:solidFill>
            <a:prstDash val="solid"/>
          </a:ln>
        </p:spPr>
      </p:sp>
      <p:sp>
        <p:nvSpPr>
          <p:cNvPr id="8" name="Wind label">
            <a:extLst xmlns:a="http://schemas.openxmlformats.org/drawingml/2006/main">
              <a:ext uri="{FF2B5EF4-FFF2-40B4-BE49-F238E27FC236}">
                <a16:creationId xmlns:a16="http://schemas.microsoft.com/office/drawing/2014/main" id="{36D605FF-2C98-41F7-8811-2AFB9187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000000"/>
                </a:solidFill>
              </a:defRPr>
            </a:pPr>
            <a:r>
              <a:rPr sz="2400">
                <a:solidFill>
                  <a:srgbClr val="000000"/>
                </a:solidFill>
              </a:rPr>
              <a:t>Wind</a:t>
            </a:r>
          </a:p>
        </p:txBody>
      </p:sp>
      <p:sp>
        <p:nvSpPr>
          <p:cNvPr id="9" name="Wind arrow">
            <a:extLst xmlns:a="http://schemas.openxmlformats.org/drawingml/2006/main">
              <a:ext uri="{FF2B5EF4-FFF2-40B4-BE49-F238E27FC236}">
                <a16:creationId xmlns:a16="http://schemas.microsoft.com/office/drawing/2014/main" id="{7C61EACE-CA2B-4409-AC18-669CE326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7200"/>
            <a:ext cx="495300" cy="628650"/>
          </a:xfrm>
          <a:custGeom xmlns:a="http://schemas.openxmlformats.org/drawingml/2006/main">
            <a:pathLst>
              <a:path w="495300" h="628650">
                <a:moveTo>
                  <a:pt x="142875" y="0"/>
                </a:moveTo>
                <a:lnTo>
                  <a:pt x="352425" y="0"/>
                </a:lnTo>
                <a:lnTo>
                  <a:pt x="352425" y="361950"/>
                </a:lnTo>
                <a:lnTo>
                  <a:pt x="495300" y="361950"/>
                </a:lnTo>
                <a:lnTo>
                  <a:pt x="247650" y="628650"/>
                </a:lnTo>
                <a:lnTo>
                  <a:pt x="0" y="361950"/>
                </a:lnTo>
                <a:lnTo>
                  <a:pt x="142875" y="361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Lap 1 down arrow">
            <a:extLst xmlns:a="http://schemas.openxmlformats.org/drawingml/2006/main">
              <a:ext uri="{FF2B5EF4-FFF2-40B4-BE49-F238E27FC236}">
                <a16:creationId xmlns:a16="http://schemas.microsoft.com/office/drawing/2014/main" id="{1D0D0E26-06F4-4F09-B1CD-A7A41C1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9560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0" y="0"/>
                </a:moveTo>
                <a:lnTo>
                  <a:pt x="104775" y="209550"/>
                </a:ln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Lap 1 up arrow">
            <a:extLst xmlns:a="http://schemas.openxmlformats.org/drawingml/2006/main">
              <a:ext uri="{FF2B5EF4-FFF2-40B4-BE49-F238E27FC236}">
                <a16:creationId xmlns:a16="http://schemas.microsoft.com/office/drawing/2014/main" id="{04264460-4382-48A1-8FE6-6EACF092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86075"/>
            <a:ext cx="209550" cy="209550"/>
          </a:xfrm>
          <a:custGeom xmlns:a="http://schemas.openxmlformats.org/drawingml/2006/main">
            <a:pathLst>
              <a:path w="209550" h="209550">
                <a:moveTo>
                  <a:pt x="0" y="209550"/>
                </a:moveTo>
                <a:lnTo>
                  <a:pt x="104775" y="0"/>
                </a:lnTo>
                <a:lnTo>
                  <a:pt x="20955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Finish down arrow">
            <a:extLst xmlns:a="http://schemas.openxmlformats.org/drawingml/2006/main">
              <a:ext uri="{FF2B5EF4-FFF2-40B4-BE49-F238E27FC236}">
                <a16:creationId xmlns:a16="http://schemas.microsoft.com/office/drawing/2014/main" id="{E180CD2B-9F21-4C77-8B79-03A588B5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895600"/>
            <a:ext cx="209550" cy="209550"/>
          </a:xfrm>
          <a:custGeom xmlns:a="http://schemas.openxmlformats.org/drawingml/2006/main">
            <a:pathLst>
              <a:path w="209550" h="209550">
                <a:moveTo>
                  <a:pt x="0" y="0"/>
                </a:moveTo>
                <a:lnTo>
                  <a:pt x="104775" y="209550"/>
                </a:ln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Finish up arrow">
            <a:extLst xmlns:a="http://schemas.openxmlformats.org/drawingml/2006/main">
              <a:ext uri="{FF2B5EF4-FFF2-40B4-BE49-F238E27FC236}">
                <a16:creationId xmlns:a16="http://schemas.microsoft.com/office/drawing/2014/main" id="{452303B4-F945-4FB5-9610-992C54DA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86075"/>
            <a:ext cx="209550" cy="209550"/>
          </a:xfrm>
          <a:custGeom xmlns:a="http://schemas.openxmlformats.org/drawingml/2006/main">
            <a:pathLst>
              <a:path w="209550" h="209550">
                <a:moveTo>
                  <a:pt x="0" y="209550"/>
                </a:moveTo>
                <a:lnTo>
                  <a:pt x="104775" y="0"/>
                </a:lnTo>
                <a:lnTo>
                  <a:pt x="20955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Finish bottom arrow">
            <a:extLst xmlns:a="http://schemas.openxmlformats.org/drawingml/2006/main">
              <a:ext uri="{FF2B5EF4-FFF2-40B4-BE49-F238E27FC236}">
                <a16:creationId xmlns:a16="http://schemas.microsoft.com/office/drawing/2014/main" id="{82C023FB-BCDA-49E1-B0EC-C2A8B5FA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7486650"/>
            <a:ext cx="247650" cy="266700"/>
          </a:xfrm>
          <a:custGeom xmlns:a="http://schemas.openxmlformats.org/drawingml/2006/main">
            <a:pathLst>
              <a:path w="247650" h="266700">
                <a:moveTo>
                  <a:pt x="0" y="0"/>
                </a:moveTo>
                <a:lnTo>
                  <a:pt x="123825" y="266700"/>
                </a:lnTo>
                <a:lnTo>
                  <a:pt x="2476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Gate left arrow">
            <a:extLst xmlns:a="http://schemas.openxmlformats.org/drawingml/2006/main">
              <a:ext uri="{FF2B5EF4-FFF2-40B4-BE49-F238E27FC236}">
                <a16:creationId xmlns:a16="http://schemas.microsoft.com/office/drawing/2014/main" id="{BB39EDBB-9BC2-4C4C-B57D-4A1B6EDC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486525"/>
            <a:ext cx="180975" cy="171450"/>
          </a:xfrm>
          <a:custGeom xmlns:a="http://schemas.openxmlformats.org/drawingml/2006/main">
            <a:pathLst>
              <a:path w="180975" h="171450">
                <a:moveTo>
                  <a:pt x="123825" y="0"/>
                </a:moveTo>
                <a:lnTo>
                  <a:pt x="0" y="171450"/>
                </a:lnTo>
                <a:lnTo>
                  <a:pt x="180975" y="1428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Gate right arrow">
            <a:extLst xmlns:a="http://schemas.openxmlformats.org/drawingml/2006/main">
              <a:ext uri="{FF2B5EF4-FFF2-40B4-BE49-F238E27FC236}">
                <a16:creationId xmlns:a16="http://schemas.microsoft.com/office/drawing/2014/main" id="{5EBD8EFB-B12C-463E-B314-6B3F8812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486525"/>
            <a:ext cx="180975" cy="171450"/>
          </a:xfrm>
          <a:custGeom xmlns:a="http://schemas.openxmlformats.org/drawingml/2006/main">
            <a:pathLst>
              <a:path w="180975" h="171450">
                <a:moveTo>
                  <a:pt x="0" y="142875"/>
                </a:moveTo>
                <a:lnTo>
                  <a:pt x="180975" y="1714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Mark 1 left">
            <a:extLst xmlns:a="http://schemas.openxmlformats.org/drawingml/2006/main">
              <a:ext uri="{FF2B5EF4-FFF2-40B4-BE49-F238E27FC236}">
                <a16:creationId xmlns:a16="http://schemas.microsoft.com/office/drawing/2014/main" id="{169D806B-928A-45DC-B700-F2E2001B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0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Mark 1 label left">
            <a:extLst xmlns:a="http://schemas.openxmlformats.org/drawingml/2006/main">
              <a:ext uri="{FF2B5EF4-FFF2-40B4-BE49-F238E27FC236}">
                <a16:creationId xmlns:a16="http://schemas.microsoft.com/office/drawing/2014/main" id="{BC0E970F-5791-4951-96DE-20302AA9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8667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9" name="Mark 2">
            <a:extLst xmlns:a="http://schemas.openxmlformats.org/drawingml/2006/main">
              <a:ext uri="{FF2B5EF4-FFF2-40B4-BE49-F238E27FC236}">
                <a16:creationId xmlns:a16="http://schemas.microsoft.com/office/drawing/2014/main" id="{D63AFF9E-E605-4BA5-9683-6D5B0FF3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524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Mark 2 label">
            <a:extLst xmlns:a="http://schemas.openxmlformats.org/drawingml/2006/main">
              <a:ext uri="{FF2B5EF4-FFF2-40B4-BE49-F238E27FC236}">
                <a16:creationId xmlns:a16="http://schemas.microsoft.com/office/drawing/2014/main" id="{71B2B0C5-7AB8-4DE6-B7BB-DB132DD4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0287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1" name="Mark 4 left">
            <a:extLst xmlns:a="http://schemas.openxmlformats.org/drawingml/2006/main">
              <a:ext uri="{FF2B5EF4-FFF2-40B4-BE49-F238E27FC236}">
                <a16:creationId xmlns:a16="http://schemas.microsoft.com/office/drawing/2014/main" id="{4D3CB236-7590-46AD-8836-B43A11D6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81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Mark 4 label left">
            <a:extLst xmlns:a="http://schemas.openxmlformats.org/drawingml/2006/main">
              <a:ext uri="{FF2B5EF4-FFF2-40B4-BE49-F238E27FC236}">
                <a16:creationId xmlns:a16="http://schemas.microsoft.com/office/drawing/2014/main" id="{1D28628A-C3F5-40BA-9B40-AFD9DBB6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574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3" name="Gate left">
            <a:extLst xmlns:a="http://schemas.openxmlformats.org/drawingml/2006/main">
              <a:ext uri="{FF2B5EF4-FFF2-40B4-BE49-F238E27FC236}">
                <a16:creationId xmlns:a16="http://schemas.microsoft.com/office/drawing/2014/main" id="{3514A0F2-61EA-48CF-AE1D-9F1A93FF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4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Gate right">
            <a:extLst xmlns:a="http://schemas.openxmlformats.org/drawingml/2006/main">
              <a:ext uri="{FF2B5EF4-FFF2-40B4-BE49-F238E27FC236}">
                <a16:creationId xmlns:a16="http://schemas.microsoft.com/office/drawing/2014/main" id="{CB26694C-42C3-4F00-9D4D-62585C8B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343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Gate label">
            <a:extLst xmlns:a="http://schemas.openxmlformats.org/drawingml/2006/main">
              <a:ext uri="{FF2B5EF4-FFF2-40B4-BE49-F238E27FC236}">
                <a16:creationId xmlns:a16="http://schemas.microsoft.com/office/drawing/2014/main" id="{BBD17FD4-49B4-4B07-8DE9-C419E313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67500"/>
            <a:ext cx="80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Gate</a:t>
            </a:r>
          </a:p>
        </p:txBody>
      </p:sp>
      <p:sp>
        <p:nvSpPr>
          <p:cNvPr id="26" name="Mark 1 right">
            <a:extLst xmlns:a="http://schemas.openxmlformats.org/drawingml/2006/main">
              <a:ext uri="{FF2B5EF4-FFF2-40B4-BE49-F238E27FC236}">
                <a16:creationId xmlns:a16="http://schemas.microsoft.com/office/drawing/2014/main" id="{DE3B6C43-A129-4F9F-ADD9-887F7E4A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00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Mark 1 label right">
            <a:extLst xmlns:a="http://schemas.openxmlformats.org/drawingml/2006/main">
              <a:ext uri="{FF2B5EF4-FFF2-40B4-BE49-F238E27FC236}">
                <a16:creationId xmlns:a16="http://schemas.microsoft.com/office/drawing/2014/main" id="{596AB8D4-B40A-4EA8-824D-8ED2D657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8382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8" name="Mark 4 right">
            <a:extLst xmlns:a="http://schemas.openxmlformats.org/drawingml/2006/main">
              <a:ext uri="{FF2B5EF4-FFF2-40B4-BE49-F238E27FC236}">
                <a16:creationId xmlns:a16="http://schemas.microsoft.com/office/drawing/2014/main" id="{9954978F-046F-4D9D-A61B-0EBA59E6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43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Mark 4 label right">
            <a:extLst xmlns:a="http://schemas.openxmlformats.org/drawingml/2006/main">
              <a:ext uri="{FF2B5EF4-FFF2-40B4-BE49-F238E27FC236}">
                <a16:creationId xmlns:a16="http://schemas.microsoft.com/office/drawing/2014/main" id="{0BB0E21A-45D7-46FD-9F20-5C1996F8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1812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0" name="Start line">
            <a:extLst xmlns:a="http://schemas.openxmlformats.org/drawingml/2006/main">
              <a:ext uri="{FF2B5EF4-FFF2-40B4-BE49-F238E27FC236}">
                <a16:creationId xmlns:a16="http://schemas.microsoft.com/office/drawing/2014/main" id="{9499054F-2CBC-4E43-AB98-E9AA9268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ot"/>
          </a:ln>
        </p:spPr>
      </p:sp>
      <p:sp>
        <p:nvSpPr>
          <p:cNvPr id="31" name="Start outer mark">
            <a:extLst xmlns:a="http://schemas.openxmlformats.org/drawingml/2006/main">
              <a:ext uri="{FF2B5EF4-FFF2-40B4-BE49-F238E27FC236}">
                <a16:creationId xmlns:a16="http://schemas.microsoft.com/office/drawing/2014/main" id="{958ED732-B8EA-4713-88A3-8D90B759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818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Start inner mark">
            <a:extLst xmlns:a="http://schemas.openxmlformats.org/drawingml/2006/main">
              <a:ext uri="{FF2B5EF4-FFF2-40B4-BE49-F238E27FC236}">
                <a16:creationId xmlns:a16="http://schemas.microsoft.com/office/drawing/2014/main" id="{559EC33D-DC41-4D82-B954-60147E61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69818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tart label">
            <a:extLst xmlns:a="http://schemas.openxmlformats.org/drawingml/2006/main">
              <a:ext uri="{FF2B5EF4-FFF2-40B4-BE49-F238E27FC236}">
                <a16:creationId xmlns:a16="http://schemas.microsoft.com/office/drawing/2014/main" id="{4C1345D8-E03B-44AD-9288-816C9DBC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34" name="Finish line">
            <a:extLst xmlns:a="http://schemas.openxmlformats.org/drawingml/2006/main">
              <a:ext uri="{FF2B5EF4-FFF2-40B4-BE49-F238E27FC236}">
                <a16:creationId xmlns:a16="http://schemas.microsoft.com/office/drawing/2014/main" id="{A1A9E01D-3DCA-49B5-84FD-F2959CDB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1247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ot"/>
          </a:ln>
        </p:spPr>
      </p:sp>
      <p:sp>
        <p:nvSpPr>
          <p:cNvPr id="35" name="Finish inner mark">
            <a:extLst xmlns:a="http://schemas.openxmlformats.org/drawingml/2006/main">
              <a:ext uri="{FF2B5EF4-FFF2-40B4-BE49-F238E27FC236}">
                <a16:creationId xmlns:a16="http://schemas.microsoft.com/office/drawing/2014/main" id="{2A4343A1-6093-4E4D-B5A8-0A934575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010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Finish outer mark">
            <a:extLst xmlns:a="http://schemas.openxmlformats.org/drawingml/2006/main">
              <a:ext uri="{FF2B5EF4-FFF2-40B4-BE49-F238E27FC236}">
                <a16:creationId xmlns:a16="http://schemas.microsoft.com/office/drawing/2014/main" id="{C9D42D82-DF2B-489F-8ECF-86CB03BF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010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Finish label">
            <a:extLst xmlns:a="http://schemas.openxmlformats.org/drawingml/2006/main">
              <a:ext uri="{FF2B5EF4-FFF2-40B4-BE49-F238E27FC236}">
                <a16:creationId xmlns:a16="http://schemas.microsoft.com/office/drawing/2014/main" id="{401565BA-728B-4C0D-BFF5-D802B610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7239000"/>
            <a:ext cx="100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0000"/>
                </a:solidFill>
              </a:defRPr>
            </a:pPr>
            <a:r>
              <a:rPr sz="2175">
                <a:solidFill>
                  <a:srgbClr val="000000"/>
                </a:solidFill>
              </a:rPr>
              <a:t>Finish</a:t>
            </a:r>
          </a:p>
        </p:txBody>
      </p:sp>
      <p:sp>
        <p:nvSpPr>
          <p:cNvPr id="38" name="Start boat">
            <a:extLst xmlns:a="http://schemas.openxmlformats.org/drawingml/2006/main">
              <a:ext uri="{FF2B5EF4-FFF2-40B4-BE49-F238E27FC236}">
                <a16:creationId xmlns:a16="http://schemas.microsoft.com/office/drawing/2014/main" id="{349AF4DC-4D45-47AE-9E2B-80F7E5BA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781800"/>
            <a:ext cx="266700" cy="514350"/>
          </a:xfrm>
          <a:custGeom xmlns:a="http://schemas.openxmlformats.org/drawingml/2006/main">
            <a:pathLst>
              <a:path w="266700" h="514350">
                <a:moveTo>
                  <a:pt x="0" y="142875"/>
                </a:moveTo>
                <a:lnTo>
                  <a:pt x="133350" y="0"/>
                </a:lnTo>
                <a:lnTo>
                  <a:pt x="266700" y="142875"/>
                </a:lnTo>
                <a:lnTo>
                  <a:pt x="266700" y="514350"/>
                </a:lnTo>
                <a:lnTo>
                  <a:pt x="0" y="514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Finish boat">
            <a:extLst xmlns:a="http://schemas.openxmlformats.org/drawingml/2006/main">
              <a:ext uri="{FF2B5EF4-FFF2-40B4-BE49-F238E27FC236}">
                <a16:creationId xmlns:a16="http://schemas.microsoft.com/office/drawing/2014/main" id="{1BEE4F86-E43B-4325-BBE5-7BA63E64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781800"/>
            <a:ext cx="266700" cy="514350"/>
          </a:xfrm>
          <a:custGeom xmlns:a="http://schemas.openxmlformats.org/drawingml/2006/main">
            <a:pathLst>
              <a:path w="266700" h="514350">
                <a:moveTo>
                  <a:pt x="0" y="142875"/>
                </a:moveTo>
                <a:lnTo>
                  <a:pt x="133350" y="0"/>
                </a:lnTo>
                <a:lnTo>
                  <a:pt x="266700" y="142875"/>
                </a:lnTo>
                <a:lnTo>
                  <a:pt x="266700" y="514350"/>
                </a:lnTo>
                <a:lnTo>
                  <a:pt x="0" y="514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</p:spTree>
    <p:extLst>
      <p:ext uri="{BB962C8B-B14F-4D97-AF65-F5344CB8AC3E}">
        <p14:creationId xmlns:p14="http://schemas.microsoft.com/office/powerpoint/2010/main" val="1398690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2026-07-18T23:11:43.2030000Z</dcterms:created>
  <dcterms:modified xsi:type="dcterms:W3CDTF">2026-07-18T23:11:43.2030000Z</dcterms:modified>
</coreProperties>
</file>